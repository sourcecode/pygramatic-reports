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Annual Financial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Author: Pygramattic Demo</a:t>
            </a:r>
          </a:p>
          <a:p>
            <a:r>
              <a:t>Date: 2026-02-06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report summarizes the financial performance for the fiscal year. Revenue showed consistent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Trend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